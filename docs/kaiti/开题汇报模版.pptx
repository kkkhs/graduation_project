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7920" lvl="1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5000" lvl="2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800" lvl="3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4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5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6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7920" lvl="1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5000" lvl="2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800" lvl="3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4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5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6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2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3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>
              <a:gd name="GluePoint1X" fmla="*/ 0 w 1000"/>
              <a:gd name="GluePoint1Y" fmla="*/ 0 h 1000"/>
              <a:gd name="GluePoint2X" fmla="*/ 2147483646 w 1000"/>
              <a:gd name="GluePoint2Y" fmla="*/ 0 h 1000"/>
              <a:gd name="GluePoint3X" fmla="*/ 2147483646 w 1000"/>
              <a:gd name="GluePoint3Y" fmla="*/ 2147483646 h 1000"/>
              <a:gd name="GluePoint4X" fmla="*/ 0 w 1000"/>
              <a:gd name="GluePoint4Y" fmla="*/ 2147483646 h 1000"/>
              <a:gd name="GluePoint5X" fmla="*/ 0 w 1000"/>
              <a:gd name="GluePoint5Y" fmla="*/ 0 h 1000"/>
              <a:gd name="GluePoint6X" fmla="*/ 2147483646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宋体"/>
              </a:rPr>
              <a:t>*</a:t>
            </a:r>
            <a:endParaRPr lang="en-US" sz="1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7920" lvl="1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305000" lvl="2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1693800" lvl="3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4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5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2093760" lvl="6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3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9280" y="1699920"/>
            <a:ext cx="7929720" cy="11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题目：基于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XX</a:t>
            </a: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的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XXX</a:t>
            </a: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的设计与实现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7" name="Text Box 6"/>
          <p:cNvSpPr/>
          <p:nvPr/>
        </p:nvSpPr>
        <p:spPr>
          <a:xfrm>
            <a:off x="1835280" y="0"/>
            <a:ext cx="730872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3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en-US" sz="5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 Box 7"/>
          <p:cNvSpPr/>
          <p:nvPr/>
        </p:nvSpPr>
        <p:spPr>
          <a:xfrm>
            <a:off x="611280" y="189000"/>
            <a:ext cx="78483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200" b="1" u="none" strike="noStrike">
                <a:solidFill>
                  <a:srgbClr val="cc3300"/>
                </a:solidFill>
                <a:effectLst/>
                <a:uFillTx/>
                <a:latin typeface="Times New Roman"/>
              </a:rPr>
              <a:t>2021</a:t>
            </a:r>
            <a:r>
              <a:rPr lang="zh-CN" sz="3200" b="1" u="none" strike="noStrike">
                <a:solidFill>
                  <a:srgbClr val="cc3300"/>
                </a:solidFill>
                <a:effectLst/>
                <a:uFillTx/>
                <a:latin typeface="Times New Roman"/>
                <a:ea typeface="华文新魏"/>
              </a:rPr>
              <a:t>级本科毕业设计开题汇报</a:t>
            </a:r>
            <a:endParaRPr lang="en-US" sz="3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Rectangle 2"/>
          <p:cNvSpPr/>
          <p:nvPr/>
        </p:nvSpPr>
        <p:spPr>
          <a:xfrm>
            <a:off x="2124000" y="3500280"/>
            <a:ext cx="489600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姓    名：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学    号：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专业班级：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指导教师：</a:t>
            </a:r>
            <a:br>
              <a:rPr sz="2800"/>
            </a:b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汇报日期：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  <a:ea typeface="黑体"/>
              </a:rPr>
              <a:t>2025-XX-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黑体"/>
                <a:ea typeface="黑体"/>
              </a:rPr>
              <a:t>XX</a:t>
            </a:r>
            <a:endParaRPr lang="en-US" sz="28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zoom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汇报提纲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课题意义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课题综述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课题难点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课题方案和需要条件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计划进度与预期成果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翻译工作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transition spd="med">
    <p:zoom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课题意义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本课题来自于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，主要目标是在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环境下设计和实现针对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的系统。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7920" lvl="1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  <a:p>
            <a:pPr marL="907920" lvl="1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transition spd="med">
    <p:zoom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课题综述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transition spd="med">
    <p:zoom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课题综述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黑体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黑体"/>
            </a:endParaRPr>
          </a:p>
        </p:txBody>
      </p:sp>
    </p:spTree>
  </p:cSld>
  <p:transition spd="med">
    <p:zoom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"/>
          <p:cNvSpPr/>
          <p:nvPr/>
        </p:nvSpPr>
        <p:spPr>
          <a:xfrm>
            <a:off x="250920" y="2790720"/>
            <a:ext cx="8642160" cy="12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zh-CN" sz="7200" b="0" u="none" strike="noStrike">
                <a:solidFill>
                  <a:srgbClr val="ff3300"/>
                </a:solidFill>
                <a:effectLst/>
                <a:uFillTx/>
                <a:latin typeface="华文新魏"/>
                <a:ea typeface="华文新魏"/>
              </a:rPr>
              <a:t>请各位评委老师指导！</a:t>
            </a:r>
            <a:endParaRPr lang="en-US" sz="7200" b="0" u="none" strike="noStrike">
              <a:solidFill>
                <a:srgbClr val="cc33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zoom dir="out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LibreOffice/25.8.5.2$MacOSX_AARCH64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2009-11-14T23:16:50Z</dcterms:created>
  <dc:creator>王伟</dc:creator>
  <dc:description/>
  <dc:language>zh-CN</dc:language>
  <cp:lastModifiedBy>泷</cp:lastModifiedBy>
  <dcterms:modified xsi:type="dcterms:W3CDTF">2026-02-26T18:17:08Z</dcterms:modified>
  <cp:revision>188</cp:revision>
  <dc:subject/>
  <dc:title>幻灯片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3C09E96E9CC3F055CDAC9F69A6E3AD75_42</vt:lpwstr>
  </property>
  <property fmtid="{D5CDD505-2E9C-101B-9397-08002B2CF9AE}" pid="3" name="KSOProductBuildVer">
    <vt:lpwstr>2052-12.1.25201.25201</vt:lpwstr>
  </property>
</Properties>
</file>